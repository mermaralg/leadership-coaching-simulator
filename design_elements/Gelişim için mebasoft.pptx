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721"/>
  </p:normalViewPr>
  <p:slideViewPr>
    <p:cSldViewPr snapToGrid="0">
      <p:cViewPr varScale="1">
        <p:scale>
          <a:sx n="103" d="100"/>
          <a:sy n="103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6D60B-41BC-C102-DE9D-CE3EC1360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55751-9EC5-D8BF-799E-C107F8018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4B476-FCCA-9194-DC95-205BA3926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CBEE8-4AC8-698A-3BAF-1CD2E65EF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0D2BE8-5346-EAD7-B3BF-5CC1CD9D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82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7707-A8BB-9368-CC5B-A3BC3576B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EE3A65-B722-567C-8A33-AF8204A98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D3BB0-177F-C184-C233-70EAE533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BF414-5A05-AB41-5553-1F25B9E0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F8F4-C909-33AD-F673-855D25DA1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933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247C6-1831-F6D6-21BA-BC7F5D678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0115E-86E7-AE91-117F-63C751A20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00866-2E5F-3EAB-4611-9ACFD0614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5E66-DD48-8C34-2898-E69385CAF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08FC3D-CECB-77C3-85AB-BE2B51D5D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860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FED4-F68C-AC2D-1B82-49C07F40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50D0A-27DD-0086-1C8E-526C3F17F7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3EC69-FFCB-0C4A-4254-18A6CC7036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45873-B887-3548-E123-969944C3B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428C5-B114-AF46-F91C-D17B852D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5A393-640F-2400-051D-9BF5C934A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827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D5624-E570-F109-3A45-8A19ABAFE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C3D97-82E5-1025-0767-36D4C8EAC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460C6-17CB-F7C0-42C2-E20F626E6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2D077C-5A75-2477-EB10-1A17FD69B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54F738-06BE-E7CA-C72F-77023DD74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A46106-AB20-B10D-8299-5DFC678A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87118-33CF-7687-E0CE-02DB8AE95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C084F-9BAA-7DB2-17FE-E0FD70859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2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2AEA-18AD-0FBB-72B4-EA6E460AB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EC9AD-D00C-A2EF-76E7-BA32EE0E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2B080D-9431-A788-3033-279ECA3D6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1331A-89F0-FEBE-DBBF-F73E8F0F7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817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97DC74-1C75-FE93-82E5-9C18B0C8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036F77-0DA3-AB63-2781-A5A301B15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29D96-B5BF-6FDA-31DD-5FDB28820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637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59D0-6E04-2D6A-36ED-504077C52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2B16B-88A1-ED2F-AA15-50C877F7A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0B089-6270-9920-600A-8AEBF8964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2BCEE-3CC2-D229-DD05-F121BA2C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8F97AE-3B62-D2A8-4E9D-73AD9E328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D0233-4D41-2FA2-F18D-B816B3FF8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76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FBFB7-E090-F67B-6251-145EA9A6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9648A8-2A98-C85C-1B7F-9A7424BB02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E5E49-7AA6-34EB-1B23-654B4B9B9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3A19C-9FCD-0CAE-3D36-6D4D7DD6D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BF138-0719-8AA5-F1F3-491A70388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FB66C4-22F1-0897-9A9C-649CBB2D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38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EB21-855C-A0FB-8253-C1769F976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021E8-4348-4E95-2DB4-DDF864D63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90EE1-6842-9FF9-9225-D270D081A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0016E-7270-BF2A-5DB4-7C0A02CD0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EB7DA-CB60-4FBA-BE48-DA7CDB6DD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17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8F784A-FE55-54AA-AC72-05781F385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79FF62-8D3B-24A0-C70B-99DE413255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C0A1B-6CB1-EAFE-7A0F-85BFF03B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D4022-458D-A935-8D49-C313381EF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1A811-3243-B54A-0123-1697FEDF7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69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199F7-41FA-E4F9-DFE6-D1C256D25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59EE0-8328-0213-242B-16F36790B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4F6B1-B781-89DD-B436-855A731A00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7C8E8-F790-624B-B138-4E54E15FC777}" type="datetimeFigureOut">
              <a:rPr lang="en-US" smtClean="0"/>
              <a:t>1/8/26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98072-CCA3-CE40-701F-55721AE68F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11F1C-0E39-13B6-E695-4F10F7981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8241E-DCBD-AC4C-9FF8-36B12A7AA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334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67D690F-3864-63B3-A18D-3A4F5F951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FB438C-784D-C356-6595-3EB7C0B1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77819"/>
            <a:ext cx="10515600" cy="1699143"/>
          </a:xfrm>
        </p:spPr>
        <p:txBody>
          <a:bodyPr/>
          <a:lstStyle/>
          <a:p>
            <a:r>
              <a:rPr lang="en-US" dirty="0"/>
              <a:t>DM ‘de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katılımcı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şifre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girecek</a:t>
            </a:r>
            <a:r>
              <a:rPr lang="en-US" dirty="0"/>
              <a:t>.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karşısına</a:t>
            </a:r>
            <a:r>
              <a:rPr lang="en-US" dirty="0"/>
              <a:t> “</a:t>
            </a:r>
            <a:r>
              <a:rPr lang="en-US" dirty="0" err="1"/>
              <a:t>gelişim</a:t>
            </a:r>
            <a:r>
              <a:rPr lang="en-US" dirty="0"/>
              <a:t> </a:t>
            </a:r>
            <a:r>
              <a:rPr lang="en-US" dirty="0" err="1"/>
              <a:t>merkezi</a:t>
            </a:r>
            <a:r>
              <a:rPr lang="en-US" dirty="0"/>
              <a:t>” </a:t>
            </a:r>
            <a:r>
              <a:rPr lang="en-US" dirty="0" err="1"/>
              <a:t>yazacak</a:t>
            </a:r>
            <a:r>
              <a:rPr lang="en-US" dirty="0"/>
              <a:t> “</a:t>
            </a:r>
            <a:r>
              <a:rPr lang="en-US" dirty="0" err="1"/>
              <a:t>değerlendirme</a:t>
            </a:r>
            <a:r>
              <a:rPr lang="en-US" dirty="0"/>
              <a:t> </a:t>
            </a:r>
            <a:r>
              <a:rPr lang="en-US" dirty="0" err="1"/>
              <a:t>merkezi</a:t>
            </a:r>
            <a:r>
              <a:rPr lang="en-US" dirty="0"/>
              <a:t>” </a:t>
            </a:r>
            <a:r>
              <a:rPr lang="en-US" dirty="0" err="1"/>
              <a:t>yerine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61F0D8-E7CE-1598-74AA-E633B6006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06" y="126482"/>
            <a:ext cx="99476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47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D03484-9B58-DB6C-129B-8DADBD868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D2DFAA-26E2-CBC5-8292-6DE7DD82B4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323" y="120394"/>
            <a:ext cx="10461093" cy="4351338"/>
          </a:xfrm>
        </p:spPr>
      </p:pic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4744EE01-B001-6EF4-C28E-D2EA4A461508}"/>
              </a:ext>
            </a:extLst>
          </p:cNvPr>
          <p:cNvSpPr txBox="1">
            <a:spLocks/>
          </p:cNvSpPr>
          <p:nvPr/>
        </p:nvSpPr>
        <p:spPr>
          <a:xfrm>
            <a:off x="838200" y="4477819"/>
            <a:ext cx="10515600" cy="16991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DM ‘de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başlaya</a:t>
            </a:r>
            <a:r>
              <a:rPr lang="en-US" dirty="0"/>
              <a:t> </a:t>
            </a:r>
            <a:r>
              <a:rPr lang="en-US" dirty="0" err="1"/>
              <a:t>bastıktan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 </a:t>
            </a:r>
            <a:r>
              <a:rPr lang="en-US" dirty="0" err="1"/>
              <a:t>karşısına</a:t>
            </a:r>
            <a:r>
              <a:rPr lang="en-US" dirty="0"/>
              <a:t>  o </a:t>
            </a:r>
            <a:r>
              <a:rPr lang="en-US" dirty="0" err="1"/>
              <a:t>gelişim</a:t>
            </a:r>
            <a:r>
              <a:rPr lang="en-US" dirty="0"/>
              <a:t> </a:t>
            </a:r>
            <a:r>
              <a:rPr lang="en-US" dirty="0" err="1"/>
              <a:t>projesinde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çıkacak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2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7AF5-CFB7-4A15-0C4F-8E7BCCF07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9640-0F95-8976-8B04-346AA3D30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İdeali</a:t>
            </a:r>
            <a:r>
              <a:rPr lang="en-US" dirty="0"/>
              <a:t> </a:t>
            </a:r>
            <a:r>
              <a:rPr lang="en-US" dirty="0" err="1"/>
              <a:t>bizim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ekleyebileceğimiz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alan</a:t>
            </a:r>
            <a:r>
              <a:rPr lang="en-US" dirty="0"/>
              <a:t> </a:t>
            </a:r>
            <a:r>
              <a:rPr lang="en-US" dirty="0" err="1"/>
              <a:t>olması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DM de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projeye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</a:t>
            </a:r>
            <a:r>
              <a:rPr lang="en-US" dirty="0" err="1"/>
              <a:t>istediğimiz</a:t>
            </a:r>
            <a:r>
              <a:rPr lang="en-US" dirty="0"/>
              <a:t> </a:t>
            </a:r>
            <a:r>
              <a:rPr lang="en-US" dirty="0" err="1"/>
              <a:t>uygulamaları</a:t>
            </a:r>
            <a:r>
              <a:rPr lang="en-US" dirty="0"/>
              <a:t> </a:t>
            </a:r>
            <a:r>
              <a:rPr lang="en-US" dirty="0" err="1"/>
              <a:t>atamamız</a:t>
            </a:r>
            <a:r>
              <a:rPr lang="en-US" dirty="0"/>
              <a:t>.  </a:t>
            </a:r>
          </a:p>
          <a:p>
            <a:endParaRPr lang="en-US" dirty="0"/>
          </a:p>
          <a:p>
            <a:r>
              <a:rPr lang="en-US" dirty="0"/>
              <a:t>Ama </a:t>
            </a:r>
            <a:r>
              <a:rPr lang="en-US" dirty="0" err="1"/>
              <a:t>şu</a:t>
            </a:r>
            <a:r>
              <a:rPr lang="en-US" dirty="0"/>
              <a:t> </a:t>
            </a:r>
            <a:r>
              <a:rPr lang="en-US" dirty="0" err="1"/>
              <a:t>anda</a:t>
            </a:r>
            <a:r>
              <a:rPr lang="en-US" dirty="0"/>
              <a:t> Bosch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oklendiğinde</a:t>
            </a:r>
            <a:r>
              <a:rPr lang="en-US" dirty="0"/>
              <a:t> </a:t>
            </a:r>
            <a:r>
              <a:rPr lang="en-US" dirty="0" err="1"/>
              <a:t>onların</a:t>
            </a:r>
            <a:r>
              <a:rPr lang="en-US" dirty="0"/>
              <a:t>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içeriklerine</a:t>
            </a:r>
            <a:r>
              <a:rPr lang="en-US" dirty="0"/>
              <a:t> </a:t>
            </a:r>
            <a:r>
              <a:rPr lang="en-US" dirty="0" err="1"/>
              <a:t>uygun</a:t>
            </a:r>
            <a:r>
              <a:rPr lang="en-US" dirty="0"/>
              <a:t> </a:t>
            </a:r>
            <a:r>
              <a:rPr lang="en-US" dirty="0" err="1"/>
              <a:t>vakaları</a:t>
            </a:r>
            <a:r>
              <a:rPr lang="en-US" dirty="0"/>
              <a:t> </a:t>
            </a:r>
            <a:r>
              <a:rPr lang="en-US" dirty="0" err="1"/>
              <a:t>koyup</a:t>
            </a:r>
            <a:r>
              <a:rPr lang="en-US" dirty="0"/>
              <a:t> </a:t>
            </a:r>
            <a:r>
              <a:rPr lang="en-US" dirty="0" err="1"/>
              <a:t>yapsak</a:t>
            </a:r>
            <a:r>
              <a:rPr lang="en-US" dirty="0"/>
              <a:t> </a:t>
            </a:r>
            <a:r>
              <a:rPr lang="en-US" dirty="0" err="1"/>
              <a:t>yeterli</a:t>
            </a:r>
            <a:r>
              <a:rPr lang="en-US" dirty="0"/>
              <a:t> </a:t>
            </a:r>
            <a:r>
              <a:rPr lang="en-US" dirty="0" err="1"/>
              <a:t>olacak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876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75</Words>
  <Application>Microsoft Macintosh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meral Alguadiş</dc:creator>
  <cp:lastModifiedBy>meral Alguadiş</cp:lastModifiedBy>
  <cp:revision>1</cp:revision>
  <dcterms:created xsi:type="dcterms:W3CDTF">2026-01-08T09:55:36Z</dcterms:created>
  <dcterms:modified xsi:type="dcterms:W3CDTF">2026-01-08T10:18:15Z</dcterms:modified>
</cp:coreProperties>
</file>